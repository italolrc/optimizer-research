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Open Sans" charset="1" panose="020B0606030504020204"/>
      <p:regular r:id="rId26"/>
    </p:embeddedFont>
    <p:embeddedFont>
      <p:font typeface="Open Sans Bold" charset="1" panose="020B08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9087" y="6077002"/>
            <a:ext cx="12029827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74"/>
              </a:lnSpc>
              <a:spcBef>
                <a:spcPct val="0"/>
              </a:spcBef>
            </a:pPr>
            <a:r>
              <a:rPr lang="en-US" sz="26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Descoberta simbólica de otimizadores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7666" y="3680520"/>
            <a:ext cx="15692667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19"/>
              </a:lnSpc>
              <a:spcBef>
                <a:spcPct val="0"/>
              </a:spcBef>
            </a:pPr>
            <a:r>
              <a:rPr lang="en-US" b="true" sz="96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AdaSym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661" y="2496286"/>
            <a:ext cx="16183007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Uso de regressão simbólica para explorar o espaço de fórmulas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661" y="5305755"/>
            <a:ext cx="16183007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Inspirado no paper “Symbolic Discovery of Optimization Algorithms”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52616" y="1995593"/>
            <a:ext cx="7982768" cy="5665190"/>
          </a:xfrm>
          <a:custGeom>
            <a:avLst/>
            <a:gdLst/>
            <a:ahLst/>
            <a:cxnLst/>
            <a:rect r="r" b="b" t="t" l="l"/>
            <a:pathLst>
              <a:path h="5665190" w="7982768">
                <a:moveTo>
                  <a:pt x="0" y="0"/>
                </a:moveTo>
                <a:lnTo>
                  <a:pt x="7982768" y="0"/>
                </a:lnTo>
                <a:lnTo>
                  <a:pt x="7982768" y="5665190"/>
                </a:lnTo>
                <a:lnTo>
                  <a:pt x="0" y="5665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59315" y="8410881"/>
            <a:ext cx="10969370" cy="847419"/>
          </a:xfrm>
          <a:custGeom>
            <a:avLst/>
            <a:gdLst/>
            <a:ahLst/>
            <a:cxnLst/>
            <a:rect r="r" b="b" t="t" l="l"/>
            <a:pathLst>
              <a:path h="847419" w="10969370">
                <a:moveTo>
                  <a:pt x="0" y="0"/>
                </a:moveTo>
                <a:lnTo>
                  <a:pt x="10969370" y="0"/>
                </a:lnTo>
                <a:lnTo>
                  <a:pt x="10969370" y="847419"/>
                </a:lnTo>
                <a:lnTo>
                  <a:pt x="0" y="84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19338" y="356023"/>
            <a:ext cx="1244932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Indivíduo de uma regressão simbólica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11216" y="3562950"/>
            <a:ext cx="6065568" cy="2970891"/>
          </a:xfrm>
          <a:custGeom>
            <a:avLst/>
            <a:gdLst/>
            <a:ahLst/>
            <a:cxnLst/>
            <a:rect r="r" b="b" t="t" l="l"/>
            <a:pathLst>
              <a:path h="2970891" w="6065568">
                <a:moveTo>
                  <a:pt x="0" y="0"/>
                </a:moveTo>
                <a:lnTo>
                  <a:pt x="6065568" y="0"/>
                </a:lnTo>
                <a:lnTo>
                  <a:pt x="6065568" y="2970891"/>
                </a:lnTo>
                <a:lnTo>
                  <a:pt x="0" y="2970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86012" y="378637"/>
            <a:ext cx="1271597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Fórmula descoberta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36592" y="1787671"/>
            <a:ext cx="2814816" cy="1378685"/>
          </a:xfrm>
          <a:custGeom>
            <a:avLst/>
            <a:gdLst/>
            <a:ahLst/>
            <a:cxnLst/>
            <a:rect r="r" b="b" t="t" l="l"/>
            <a:pathLst>
              <a:path h="1378685" w="2814816">
                <a:moveTo>
                  <a:pt x="0" y="0"/>
                </a:moveTo>
                <a:lnTo>
                  <a:pt x="2814816" y="0"/>
                </a:lnTo>
                <a:lnTo>
                  <a:pt x="2814816" y="1378686"/>
                </a:lnTo>
                <a:lnTo>
                  <a:pt x="0" y="13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777865" y="3324864"/>
            <a:ext cx="732270" cy="73227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540143" y="4219059"/>
            <a:ext cx="3207714" cy="1874041"/>
          </a:xfrm>
          <a:custGeom>
            <a:avLst/>
            <a:gdLst/>
            <a:ahLst/>
            <a:cxnLst/>
            <a:rect r="r" b="b" t="t" l="l"/>
            <a:pathLst>
              <a:path h="1874041" w="3207714">
                <a:moveTo>
                  <a:pt x="0" y="0"/>
                </a:moveTo>
                <a:lnTo>
                  <a:pt x="3207714" y="0"/>
                </a:lnTo>
                <a:lnTo>
                  <a:pt x="3207714" y="1874040"/>
                </a:lnTo>
                <a:lnTo>
                  <a:pt x="0" y="1874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777865" y="6255024"/>
            <a:ext cx="732270" cy="73227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548835" y="7149220"/>
            <a:ext cx="5190330" cy="1796229"/>
          </a:xfrm>
          <a:custGeom>
            <a:avLst/>
            <a:gdLst/>
            <a:ahLst/>
            <a:cxnLst/>
            <a:rect r="r" b="b" t="t" l="l"/>
            <a:pathLst>
              <a:path h="1796229" w="5190330">
                <a:moveTo>
                  <a:pt x="0" y="0"/>
                </a:moveTo>
                <a:lnTo>
                  <a:pt x="5190330" y="0"/>
                </a:lnTo>
                <a:lnTo>
                  <a:pt x="5190330" y="1796228"/>
                </a:lnTo>
                <a:lnTo>
                  <a:pt x="0" y="1796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86012" y="141605"/>
            <a:ext cx="1271597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Fórmula final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82746" y="3436903"/>
            <a:ext cx="732270" cy="73227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82746" y="6208593"/>
            <a:ext cx="732270" cy="73227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553716" y="1478749"/>
            <a:ext cx="5190330" cy="1796229"/>
          </a:xfrm>
          <a:custGeom>
            <a:avLst/>
            <a:gdLst/>
            <a:ahLst/>
            <a:cxnLst/>
            <a:rect r="r" b="b" t="t" l="l"/>
            <a:pathLst>
              <a:path h="1796229" w="5190330">
                <a:moveTo>
                  <a:pt x="0" y="0"/>
                </a:moveTo>
                <a:lnTo>
                  <a:pt x="5190330" y="0"/>
                </a:lnTo>
                <a:lnTo>
                  <a:pt x="5190330" y="1796229"/>
                </a:lnTo>
                <a:lnTo>
                  <a:pt x="0" y="1796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786784" y="4331098"/>
            <a:ext cx="4957262" cy="1715571"/>
          </a:xfrm>
          <a:custGeom>
            <a:avLst/>
            <a:gdLst/>
            <a:ahLst/>
            <a:cxnLst/>
            <a:rect r="r" b="b" t="t" l="l"/>
            <a:pathLst>
              <a:path h="1715571" w="4957262">
                <a:moveTo>
                  <a:pt x="0" y="0"/>
                </a:moveTo>
                <a:lnTo>
                  <a:pt x="4957262" y="0"/>
                </a:lnTo>
                <a:lnTo>
                  <a:pt x="4957262" y="1715570"/>
                </a:lnTo>
                <a:lnTo>
                  <a:pt x="0" y="1715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43954" y="7102788"/>
            <a:ext cx="5200092" cy="1705463"/>
          </a:xfrm>
          <a:custGeom>
            <a:avLst/>
            <a:gdLst/>
            <a:ahLst/>
            <a:cxnLst/>
            <a:rect r="r" b="b" t="t" l="l"/>
            <a:pathLst>
              <a:path h="1705463" w="5200092">
                <a:moveTo>
                  <a:pt x="0" y="0"/>
                </a:moveTo>
                <a:lnTo>
                  <a:pt x="5200092" y="0"/>
                </a:lnTo>
                <a:lnTo>
                  <a:pt x="5200092" y="1705463"/>
                </a:lnTo>
                <a:lnTo>
                  <a:pt x="0" y="1705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86012" y="141605"/>
            <a:ext cx="1271597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Fórmula final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5391" y="141605"/>
            <a:ext cx="441721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Fórmula final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636608" y="2280910"/>
            <a:ext cx="9249267" cy="5725179"/>
          </a:xfrm>
          <a:custGeom>
            <a:avLst/>
            <a:gdLst/>
            <a:ahLst/>
            <a:cxnLst/>
            <a:rect r="r" b="b" t="t" l="l"/>
            <a:pathLst>
              <a:path h="5725179" w="9249267">
                <a:moveTo>
                  <a:pt x="0" y="0"/>
                </a:moveTo>
                <a:lnTo>
                  <a:pt x="9249268" y="0"/>
                </a:lnTo>
                <a:lnTo>
                  <a:pt x="9249268" y="5725180"/>
                </a:lnTo>
                <a:lnTo>
                  <a:pt x="0" y="572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7745" y="4177089"/>
            <a:ext cx="7370148" cy="1425560"/>
          </a:xfrm>
          <a:custGeom>
            <a:avLst/>
            <a:gdLst/>
            <a:ahLst/>
            <a:cxnLst/>
            <a:rect r="r" b="b" t="t" l="l"/>
            <a:pathLst>
              <a:path h="1425560" w="7370148">
                <a:moveTo>
                  <a:pt x="0" y="0"/>
                </a:moveTo>
                <a:lnTo>
                  <a:pt x="7370148" y="0"/>
                </a:lnTo>
                <a:lnTo>
                  <a:pt x="7370148" y="1425560"/>
                </a:lnTo>
                <a:lnTo>
                  <a:pt x="0" y="1425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080324"/>
            <a:ext cx="5029487" cy="1297211"/>
          </a:xfrm>
          <a:custGeom>
            <a:avLst/>
            <a:gdLst/>
            <a:ahLst/>
            <a:cxnLst/>
            <a:rect r="r" b="b" t="t" l="l"/>
            <a:pathLst>
              <a:path h="1297211" w="5029487">
                <a:moveTo>
                  <a:pt x="0" y="0"/>
                </a:moveTo>
                <a:lnTo>
                  <a:pt x="5029487" y="0"/>
                </a:lnTo>
                <a:lnTo>
                  <a:pt x="5029487" y="1297211"/>
                </a:lnTo>
                <a:lnTo>
                  <a:pt x="0" y="1297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156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606352"/>
            <a:ext cx="5751781" cy="1651948"/>
          </a:xfrm>
          <a:custGeom>
            <a:avLst/>
            <a:gdLst/>
            <a:ahLst/>
            <a:cxnLst/>
            <a:rect r="r" b="b" t="t" l="l"/>
            <a:pathLst>
              <a:path h="1651948" w="5751781">
                <a:moveTo>
                  <a:pt x="0" y="0"/>
                </a:moveTo>
                <a:lnTo>
                  <a:pt x="5751781" y="0"/>
                </a:lnTo>
                <a:lnTo>
                  <a:pt x="5751781" y="1651948"/>
                </a:lnTo>
                <a:lnTo>
                  <a:pt x="0" y="1651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68494" y="2330130"/>
            <a:ext cx="950783" cy="1432687"/>
          </a:xfrm>
          <a:custGeom>
            <a:avLst/>
            <a:gdLst/>
            <a:ahLst/>
            <a:cxnLst/>
            <a:rect r="r" b="b" t="t" l="l"/>
            <a:pathLst>
              <a:path h="1432687" w="950783">
                <a:moveTo>
                  <a:pt x="0" y="0"/>
                </a:moveTo>
                <a:lnTo>
                  <a:pt x="950784" y="0"/>
                </a:lnTo>
                <a:lnTo>
                  <a:pt x="950784" y="1432687"/>
                </a:lnTo>
                <a:lnTo>
                  <a:pt x="0" y="14326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9387" y="2391608"/>
            <a:ext cx="11849226" cy="6469749"/>
          </a:xfrm>
          <a:custGeom>
            <a:avLst/>
            <a:gdLst/>
            <a:ahLst/>
            <a:cxnLst/>
            <a:rect r="r" b="b" t="t" l="l"/>
            <a:pathLst>
              <a:path h="6469749" w="11849226">
                <a:moveTo>
                  <a:pt x="0" y="0"/>
                </a:moveTo>
                <a:lnTo>
                  <a:pt x="11849226" y="0"/>
                </a:lnTo>
                <a:lnTo>
                  <a:pt x="11849226" y="6469749"/>
                </a:lnTo>
                <a:lnTo>
                  <a:pt x="0" y="6469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64298" y="141605"/>
            <a:ext cx="855940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AdaSymSigmoid x AdamW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1828" y="1218763"/>
            <a:ext cx="59443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Fashion MNIST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9387" y="2391608"/>
            <a:ext cx="11849226" cy="6469749"/>
          </a:xfrm>
          <a:custGeom>
            <a:avLst/>
            <a:gdLst/>
            <a:ahLst/>
            <a:cxnLst/>
            <a:rect r="r" b="b" t="t" l="l"/>
            <a:pathLst>
              <a:path h="6469749" w="11849226">
                <a:moveTo>
                  <a:pt x="0" y="0"/>
                </a:moveTo>
                <a:lnTo>
                  <a:pt x="11849226" y="0"/>
                </a:lnTo>
                <a:lnTo>
                  <a:pt x="11849226" y="6469749"/>
                </a:lnTo>
                <a:lnTo>
                  <a:pt x="0" y="6469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3846" y="141605"/>
            <a:ext cx="86603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AdaSymSigmoid x AdaSym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1828" y="1218763"/>
            <a:ext cx="59443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Fashion MNIST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9387" y="1908625"/>
            <a:ext cx="11849226" cy="6469749"/>
          </a:xfrm>
          <a:custGeom>
            <a:avLst/>
            <a:gdLst/>
            <a:ahLst/>
            <a:cxnLst/>
            <a:rect r="r" b="b" t="t" l="l"/>
            <a:pathLst>
              <a:path h="6469749" w="11849226">
                <a:moveTo>
                  <a:pt x="0" y="0"/>
                </a:moveTo>
                <a:lnTo>
                  <a:pt x="11849226" y="0"/>
                </a:lnTo>
                <a:lnTo>
                  <a:pt x="11849226" y="6469750"/>
                </a:lnTo>
                <a:lnTo>
                  <a:pt x="0" y="6469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3846" y="141605"/>
            <a:ext cx="86603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AdaSymSigmoid x AdaSym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1828" y="1021530"/>
            <a:ext cx="59443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Fashion MNIST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8055" y="1911166"/>
            <a:ext cx="11851890" cy="6464667"/>
          </a:xfrm>
          <a:custGeom>
            <a:avLst/>
            <a:gdLst/>
            <a:ahLst/>
            <a:cxnLst/>
            <a:rect r="r" b="b" t="t" l="l"/>
            <a:pathLst>
              <a:path h="6464667" w="11851890">
                <a:moveTo>
                  <a:pt x="0" y="0"/>
                </a:moveTo>
                <a:lnTo>
                  <a:pt x="11851890" y="0"/>
                </a:lnTo>
                <a:lnTo>
                  <a:pt x="11851890" y="6464668"/>
                </a:lnTo>
                <a:lnTo>
                  <a:pt x="0" y="646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3846" y="141605"/>
            <a:ext cx="86603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AdaSymSigmoid x AdaSym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1828" y="1021530"/>
            <a:ext cx="59443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Fashion MNIST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9387" y="1908625"/>
            <a:ext cx="11849226" cy="6469749"/>
          </a:xfrm>
          <a:custGeom>
            <a:avLst/>
            <a:gdLst/>
            <a:ahLst/>
            <a:cxnLst/>
            <a:rect r="r" b="b" t="t" l="l"/>
            <a:pathLst>
              <a:path h="6469749" w="11849226">
                <a:moveTo>
                  <a:pt x="0" y="0"/>
                </a:moveTo>
                <a:lnTo>
                  <a:pt x="11849226" y="0"/>
                </a:lnTo>
                <a:lnTo>
                  <a:pt x="11849226" y="6469750"/>
                </a:lnTo>
                <a:lnTo>
                  <a:pt x="0" y="6469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3846" y="141605"/>
            <a:ext cx="86603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AdaSymSigmoid x AdaSym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1828" y="1021530"/>
            <a:ext cx="59443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CIFAR10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9387" y="1908625"/>
            <a:ext cx="11849226" cy="6469749"/>
          </a:xfrm>
          <a:custGeom>
            <a:avLst/>
            <a:gdLst/>
            <a:ahLst/>
            <a:cxnLst/>
            <a:rect r="r" b="b" t="t" l="l"/>
            <a:pathLst>
              <a:path h="6469749" w="11849226">
                <a:moveTo>
                  <a:pt x="0" y="0"/>
                </a:moveTo>
                <a:lnTo>
                  <a:pt x="11849226" y="0"/>
                </a:lnTo>
                <a:lnTo>
                  <a:pt x="11849226" y="6469750"/>
                </a:lnTo>
                <a:lnTo>
                  <a:pt x="0" y="6469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3846" y="141605"/>
            <a:ext cx="86603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AdaSymSigmoid x AdaSym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1828" y="1021530"/>
            <a:ext cx="59443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CIFAR10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9387" y="1908625"/>
            <a:ext cx="11849226" cy="6469749"/>
          </a:xfrm>
          <a:custGeom>
            <a:avLst/>
            <a:gdLst/>
            <a:ahLst/>
            <a:cxnLst/>
            <a:rect r="r" b="b" t="t" l="l"/>
            <a:pathLst>
              <a:path h="6469749" w="11849226">
                <a:moveTo>
                  <a:pt x="0" y="0"/>
                </a:moveTo>
                <a:lnTo>
                  <a:pt x="11849226" y="0"/>
                </a:lnTo>
                <a:lnTo>
                  <a:pt x="11849226" y="6469750"/>
                </a:lnTo>
                <a:lnTo>
                  <a:pt x="0" y="6469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35702" y="141605"/>
            <a:ext cx="1047020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AdaSymSigmoid x AdamW 2x LR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1828" y="1021530"/>
            <a:ext cx="59443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Fashion MNIST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8055" y="1911166"/>
            <a:ext cx="11851890" cy="6464667"/>
          </a:xfrm>
          <a:custGeom>
            <a:avLst/>
            <a:gdLst/>
            <a:ahLst/>
            <a:cxnLst/>
            <a:rect r="r" b="b" t="t" l="l"/>
            <a:pathLst>
              <a:path h="6464667" w="11851890">
                <a:moveTo>
                  <a:pt x="0" y="0"/>
                </a:moveTo>
                <a:lnTo>
                  <a:pt x="11851890" y="0"/>
                </a:lnTo>
                <a:lnTo>
                  <a:pt x="11851890" y="6464668"/>
                </a:lnTo>
                <a:lnTo>
                  <a:pt x="0" y="646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35702" y="141605"/>
            <a:ext cx="1047020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AdaSymSigmoid x AdamW 2x LR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1828" y="1021530"/>
            <a:ext cx="594434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Fashion MNIST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9387" y="1908625"/>
            <a:ext cx="11849226" cy="6469749"/>
          </a:xfrm>
          <a:custGeom>
            <a:avLst/>
            <a:gdLst/>
            <a:ahLst/>
            <a:cxnLst/>
            <a:rect r="r" b="b" t="t" l="l"/>
            <a:pathLst>
              <a:path h="6469749" w="11849226">
                <a:moveTo>
                  <a:pt x="0" y="0"/>
                </a:moveTo>
                <a:lnTo>
                  <a:pt x="11849226" y="0"/>
                </a:lnTo>
                <a:lnTo>
                  <a:pt x="11849226" y="6469750"/>
                </a:lnTo>
                <a:lnTo>
                  <a:pt x="0" y="6469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54201" y="141605"/>
            <a:ext cx="117795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Ativações do limite inferior AdaSym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910718" y="8545520"/>
            <a:ext cx="7370148" cy="1425560"/>
          </a:xfrm>
          <a:custGeom>
            <a:avLst/>
            <a:gdLst/>
            <a:ahLst/>
            <a:cxnLst/>
            <a:rect r="r" b="b" t="t" l="l"/>
            <a:pathLst>
              <a:path h="1425560" w="7370148">
                <a:moveTo>
                  <a:pt x="0" y="0"/>
                </a:moveTo>
                <a:lnTo>
                  <a:pt x="7370147" y="0"/>
                </a:lnTo>
                <a:lnTo>
                  <a:pt x="7370147" y="1425560"/>
                </a:lnTo>
                <a:lnTo>
                  <a:pt x="0" y="1425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9387" y="1908625"/>
            <a:ext cx="11849226" cy="6469749"/>
          </a:xfrm>
          <a:custGeom>
            <a:avLst/>
            <a:gdLst/>
            <a:ahLst/>
            <a:cxnLst/>
            <a:rect r="r" b="b" t="t" l="l"/>
            <a:pathLst>
              <a:path h="6469749" w="11849226">
                <a:moveTo>
                  <a:pt x="0" y="0"/>
                </a:moveTo>
                <a:lnTo>
                  <a:pt x="11849226" y="0"/>
                </a:lnTo>
                <a:lnTo>
                  <a:pt x="11849226" y="6469750"/>
                </a:lnTo>
                <a:lnTo>
                  <a:pt x="0" y="6469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58437" y="141605"/>
            <a:ext cx="74247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AdaSym x AdamW LRs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34349" y="1453840"/>
            <a:ext cx="11619302" cy="7379320"/>
          </a:xfrm>
          <a:custGeom>
            <a:avLst/>
            <a:gdLst/>
            <a:ahLst/>
            <a:cxnLst/>
            <a:rect r="r" b="b" t="t" l="l"/>
            <a:pathLst>
              <a:path h="7379320" w="11619302">
                <a:moveTo>
                  <a:pt x="0" y="0"/>
                </a:moveTo>
                <a:lnTo>
                  <a:pt x="11619302" y="0"/>
                </a:lnTo>
                <a:lnTo>
                  <a:pt x="11619302" y="7379320"/>
                </a:lnTo>
                <a:lnTo>
                  <a:pt x="0" y="7379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26223" y="8833160"/>
            <a:ext cx="10235554" cy="997102"/>
          </a:xfrm>
          <a:custGeom>
            <a:avLst/>
            <a:gdLst/>
            <a:ahLst/>
            <a:cxnLst/>
            <a:rect r="r" b="b" t="t" l="l"/>
            <a:pathLst>
              <a:path h="997102" w="10235554">
                <a:moveTo>
                  <a:pt x="0" y="0"/>
                </a:moveTo>
                <a:lnTo>
                  <a:pt x="10235554" y="0"/>
                </a:lnTo>
                <a:lnTo>
                  <a:pt x="10235554" y="997102"/>
                </a:lnTo>
                <a:lnTo>
                  <a:pt x="0" y="997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89380" y="141605"/>
            <a:ext cx="876285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AdaSymSigmoid m_2 Betas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35261" y="1454419"/>
            <a:ext cx="11617478" cy="7378162"/>
          </a:xfrm>
          <a:custGeom>
            <a:avLst/>
            <a:gdLst/>
            <a:ahLst/>
            <a:cxnLst/>
            <a:rect r="r" b="b" t="t" l="l"/>
            <a:pathLst>
              <a:path h="7378162" w="11617478">
                <a:moveTo>
                  <a:pt x="0" y="0"/>
                </a:moveTo>
                <a:lnTo>
                  <a:pt x="11617478" y="0"/>
                </a:lnTo>
                <a:lnTo>
                  <a:pt x="11617478" y="7378162"/>
                </a:lnTo>
                <a:lnTo>
                  <a:pt x="0" y="7378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26223" y="8832581"/>
            <a:ext cx="10235554" cy="997102"/>
          </a:xfrm>
          <a:custGeom>
            <a:avLst/>
            <a:gdLst/>
            <a:ahLst/>
            <a:cxnLst/>
            <a:rect r="r" b="b" t="t" l="l"/>
            <a:pathLst>
              <a:path h="997102" w="10235554">
                <a:moveTo>
                  <a:pt x="0" y="0"/>
                </a:moveTo>
                <a:lnTo>
                  <a:pt x="10235554" y="0"/>
                </a:lnTo>
                <a:lnTo>
                  <a:pt x="10235554" y="997102"/>
                </a:lnTo>
                <a:lnTo>
                  <a:pt x="0" y="997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89380" y="141605"/>
            <a:ext cx="876285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AdaSymSigmoid m_2 Betas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37749" y="4652327"/>
            <a:ext cx="121250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DAHQHtYCZpc</dc:identifier>
  <dcterms:modified xsi:type="dcterms:W3CDTF">2011-08-01T06:04:30Z</dcterms:modified>
  <cp:revision>1</cp:revision>
  <dc:title>AdaSym</dc:title>
</cp:coreProperties>
</file>